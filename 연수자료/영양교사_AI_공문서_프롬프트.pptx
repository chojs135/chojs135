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계획서는 기간, 포함 항목, 문체를 정해 주는 것이 핵심입니다. 예산·인원 같은 숫자는 AI가 지어낼 수 있으니 직접 채워 넣으세요.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주제, 톤, 구성 순서를 정해 주면 바로 쓸 만한 초안이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회의 메모를 함께 붙여 넣으면 더 정확합니다. 메모 없이 시키면 AI가 발언 내용을 지어낼 수 있습니다. 안건 1은 보고 안건이라 엄밀히는 "보고 접수"가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 입력한 내용은 외부 서버로 전송됩니다. 법령 조항이나 영양 기준 수치는 AI가 그럴듯하게 틀릴 수 있으니 원문으로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960120"/>
            <a:ext cx="10332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</a:rPr>
              <a:t>영양교사 AI 연수 · PROMPT</a:t>
            </a:r>
            <a:endParaRPr lang="en-US" sz="1500" dirty="0"/>
          </a:p>
        </p:txBody>
      </p:sp>
      <p:sp>
        <p:nvSpPr>
          <p:cNvPr id="3" name="cover title"/>
          <p:cNvSpPr txBox="1"/>
          <p:nvPr/>
        </p:nvSpPr>
        <p:spPr>
          <a:xfrm>
            <a:off x="914400" y="26060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AI로 공문서 초안 만들기</a:t>
            </a:r>
            <a:endParaRPr lang="en-US" sz="54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계획서·가정통신문·회의록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</a:rPr>
              <a:t>PROMPT 01 · 계획서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960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식생활·영양교육 계획서 작성</a:t>
            </a:r>
            <a:endParaRPr lang="en-US" sz="3400" dirty="0"/>
          </a:p>
        </p:txBody>
      </p:sp>
      <p:sp>
        <p:nvSpPr>
          <p:cNvPr id="4" name="prompt card"/>
          <p:cNvSpPr/>
          <p:nvPr/>
        </p:nvSpPr>
        <p:spPr>
          <a:xfrm>
            <a:off x="914400" y="2148840"/>
            <a:ext cx="10332720" cy="3429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rompt text"/>
          <p:cNvSpPr txBox="1"/>
          <p:nvPr/>
        </p:nvSpPr>
        <p:spPr>
          <a:xfrm>
            <a:off x="1417320" y="2377440"/>
            <a:ext cx="9326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너는 초등학교 영양교사야.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2026년 5월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 '채소 섭취 늘리기 주간' 운영 계획서 초안을 작성해줘. 포함될 내용은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운영 목적, 기간, 주요 활동(잔반 줄이기 이벤트, 영양퀴즈), 가정 연계 방안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이야. 공문서 스타일의 격식 있는 문체로 작성해줘.</a:t>
            </a:r>
            <a:endParaRPr lang="en-US" sz="2300" dirty="0"/>
          </a:p>
        </p:txBody>
      </p:sp>
      <p:sp>
        <p:nvSpPr>
          <p:cNvPr id="6" name="hint"/>
          <p:cNvSpPr txBox="1"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청록색 부분</a:t>
            </a:r>
            <a:pPr eaLnBrk="0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만 우리 학교 상황에 맞게 바꿔서 쓰세요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</a:rPr>
              <a:t>PROMPT 02 · 가정통신문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960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가정통신문 작성</a:t>
            </a:r>
            <a:endParaRPr lang="en-US" sz="3400" dirty="0"/>
          </a:p>
        </p:txBody>
      </p:sp>
      <p:sp>
        <p:nvSpPr>
          <p:cNvPr id="4" name="prompt card"/>
          <p:cNvSpPr/>
          <p:nvPr/>
        </p:nvSpPr>
        <p:spPr>
          <a:xfrm>
            <a:off x="914400" y="2148840"/>
            <a:ext cx="10332720" cy="3429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rompt text"/>
          <p:cNvSpPr txBox="1"/>
          <p:nvPr/>
        </p:nvSpPr>
        <p:spPr>
          <a:xfrm>
            <a:off x="1417320" y="2377440"/>
            <a:ext cx="9326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학부모에게 발송할 가정통신문을 작성해줘. 주제는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편식 예방을 위한 영양교육 안내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이고, 톤은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따뜻하고 친근하면서도 전문성 있는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 느낌으로 해줘. 구성은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인사말 → 편식의 문제점 → 가정 내 지도 방법 → 마무리 인사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 순서로 3문단 내외로 요약해줘.</a:t>
            </a:r>
            <a:endParaRPr lang="en-US" sz="2300" dirty="0"/>
          </a:p>
        </p:txBody>
      </p:sp>
      <p:sp>
        <p:nvSpPr>
          <p:cNvPr id="6" name="hint"/>
          <p:cNvSpPr txBox="1"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청록색 부분</a:t>
            </a:r>
            <a:pPr eaLnBrk="0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만 우리 학교 상황에 맞게 바꿔서 쓰세요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</a:rPr>
              <a:t>PROMPT 03 · 회의록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960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학교급식소위원회 회의록 초안</a:t>
            </a:r>
            <a:endParaRPr lang="en-US" sz="3400" dirty="0"/>
          </a:p>
        </p:txBody>
      </p:sp>
      <p:sp>
        <p:nvSpPr>
          <p:cNvPr id="4" name="prompt card"/>
          <p:cNvSpPr/>
          <p:nvPr/>
        </p:nvSpPr>
        <p:spPr>
          <a:xfrm>
            <a:off x="914400" y="2148840"/>
            <a:ext cx="10332720" cy="3429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rompt text"/>
          <p:cNvSpPr txBox="1"/>
          <p:nvPr/>
        </p:nvSpPr>
        <p:spPr>
          <a:xfrm>
            <a:off x="1417320" y="2377440"/>
            <a:ext cx="9326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학교급식소위원회 회의록 초안을 만들어줘. 안건은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1. 2학기 학교급식 식재료 납품업체 평가 결과 보고, 2. 영양·식생활교육 활성화 방안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이야. 참석자는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위원장, 영양교사, 학부모위원 3명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이고 결정된 주요 내용은 </a:t>
            </a:r>
            <a:pPr eaLnBrk="0" indent="0" marL="0">
              <a:lnSpc>
                <a:spcPct val="14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</a:rPr>
              <a:t>원안 동의</a:t>
            </a:r>
            <a:pPr eaLnBrk="0" indent="0" marL="0">
              <a:lnSpc>
                <a:spcPct val="145000"/>
              </a:lnSpc>
              <a:buNone/>
            </a:pPr>
            <a:r>
              <a:rPr lang="en-US" sz="2300" dirty="0">
                <a:solidFill>
                  <a:schemeClr val="bg2"/>
                </a:solidFill>
              </a:rPr>
              <a:t>야.</a:t>
            </a:r>
            <a:endParaRPr lang="en-US" sz="2300" dirty="0"/>
          </a:p>
        </p:txBody>
      </p:sp>
      <p:sp>
        <p:nvSpPr>
          <p:cNvPr id="6" name="hint"/>
          <p:cNvSpPr txBox="1"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청록색 부분</a:t>
            </a:r>
            <a:pPr eaLnBrk="0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만 우리 학교 상황에 맞게 바꿔서 쓰세요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</a:rPr>
              <a:t>CHECK · 유의사항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960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공문서 AI 활용 시 유의사항</a:t>
            </a:r>
            <a:endParaRPr lang="en-US" sz="3400" dirty="0"/>
          </a:p>
        </p:txBody>
      </p:sp>
      <p:sp>
        <p:nvSpPr>
          <p:cNvPr id="4" name="caution card 1"/>
          <p:cNvSpPr/>
          <p:nvPr/>
        </p:nvSpPr>
        <p:spPr>
          <a:xfrm>
            <a:off x="914400" y="2148840"/>
            <a:ext cx="3246120" cy="3840480"/>
          </a:xfrm>
          <a:prstGeom prst="roundRect">
            <a:avLst>
              <a:gd name="adj" fmla="val 507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aution number 1"/>
          <p:cNvSpPr txBox="1"/>
          <p:nvPr/>
        </p:nvSpPr>
        <p:spPr>
          <a:xfrm>
            <a:off x="128016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caution title 1"/>
          <p:cNvSpPr txBox="1"/>
          <p:nvPr/>
        </p:nvSpPr>
        <p:spPr>
          <a:xfrm>
            <a:off x="1280160" y="31546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개인정보 및</a:t>
            </a:r>
            <a:endParaRPr lang="en-US" sz="2200" dirty="0"/>
          </a:p>
          <a:p>
            <a:pPr eaLnBrk="0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내부 기밀 제외</a:t>
            </a:r>
            <a:endParaRPr lang="en-US" sz="2200" dirty="0"/>
          </a:p>
        </p:txBody>
      </p:sp>
      <p:sp>
        <p:nvSpPr>
          <p:cNvPr id="7" name="caution body 1"/>
          <p:cNvSpPr txBox="1"/>
          <p:nvPr/>
        </p:nvSpPr>
        <p:spPr>
          <a:xfrm>
            <a:off x="1280160" y="42519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3"/>
                </a:solidFill>
              </a:rPr>
              <a:t>학생 이름, 교직원 실명, 특정 업체명, 내부 결재 라인 등은 반드시 익명 처리</a:t>
            </a:r>
            <a:endParaRPr lang="en-US" sz="1600" dirty="0"/>
          </a:p>
        </p:txBody>
      </p:sp>
      <p:sp>
        <p:nvSpPr>
          <p:cNvPr id="8" name="caution example 1"/>
          <p:cNvSpPr txBox="1"/>
          <p:nvPr/>
        </p:nvSpPr>
        <p:spPr>
          <a:xfrm>
            <a:off x="1280160" y="5440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예) A학생, 00업체</a:t>
            </a:r>
            <a:endParaRPr lang="en-US" sz="1500" dirty="0"/>
          </a:p>
        </p:txBody>
      </p:sp>
      <p:sp>
        <p:nvSpPr>
          <p:cNvPr id="9" name="caution card 2"/>
          <p:cNvSpPr/>
          <p:nvPr/>
        </p:nvSpPr>
        <p:spPr>
          <a:xfrm>
            <a:off x="4457700" y="2148840"/>
            <a:ext cx="3246120" cy="3840480"/>
          </a:xfrm>
          <a:prstGeom prst="roundRect">
            <a:avLst>
              <a:gd name="adj" fmla="val 507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caution number 2"/>
          <p:cNvSpPr txBox="1"/>
          <p:nvPr/>
        </p:nvSpPr>
        <p:spPr>
          <a:xfrm>
            <a:off x="482346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caution title 2"/>
          <p:cNvSpPr txBox="1"/>
          <p:nvPr/>
        </p:nvSpPr>
        <p:spPr>
          <a:xfrm>
            <a:off x="4823460" y="31546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사실관계 및</a:t>
            </a:r>
            <a:endParaRPr lang="en-US" sz="2200" dirty="0"/>
          </a:p>
          <a:p>
            <a:pPr eaLnBrk="0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영양기준 검증</a:t>
            </a:r>
            <a:endParaRPr lang="en-US" sz="2200" dirty="0"/>
          </a:p>
        </p:txBody>
      </p:sp>
      <p:sp>
        <p:nvSpPr>
          <p:cNvPr id="12" name="caution body 2"/>
          <p:cNvSpPr txBox="1"/>
          <p:nvPr/>
        </p:nvSpPr>
        <p:spPr>
          <a:xfrm>
            <a:off x="4823460" y="42519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3"/>
                </a:solidFill>
              </a:rPr>
              <a:t>식단 영양량, 관련 법령(학교급식법 등), 조리·위생 지침은 영양교사가 직접 재확인</a:t>
            </a:r>
            <a:endParaRPr lang="en-US" sz="1600" dirty="0"/>
          </a:p>
        </p:txBody>
      </p:sp>
      <p:sp>
        <p:nvSpPr>
          <p:cNvPr id="13" name="caution card 3"/>
          <p:cNvSpPr/>
          <p:nvPr/>
        </p:nvSpPr>
        <p:spPr>
          <a:xfrm>
            <a:off x="8001000" y="2148840"/>
            <a:ext cx="3246120" cy="3840480"/>
          </a:xfrm>
          <a:prstGeom prst="roundRect">
            <a:avLst>
              <a:gd name="adj" fmla="val 507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caution number 3"/>
          <p:cNvSpPr txBox="1"/>
          <p:nvPr/>
        </p:nvSpPr>
        <p:spPr>
          <a:xfrm>
            <a:off x="836676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5" name="caution title 3"/>
          <p:cNvSpPr txBox="1"/>
          <p:nvPr/>
        </p:nvSpPr>
        <p:spPr>
          <a:xfrm>
            <a:off x="8366760" y="31546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초안 활용 및</a:t>
            </a:r>
            <a:endParaRPr lang="en-US" sz="2200" dirty="0"/>
          </a:p>
          <a:p>
            <a:pPr eaLnBrk="0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수정</a:t>
            </a:r>
            <a:endParaRPr lang="en-US" sz="2200" dirty="0"/>
          </a:p>
        </p:txBody>
      </p:sp>
      <p:sp>
        <p:nvSpPr>
          <p:cNvPr id="16" name="caution body 3"/>
          <p:cNvSpPr txBox="1"/>
          <p:nvPr/>
        </p:nvSpPr>
        <p:spPr>
          <a:xfrm>
            <a:off x="8366760" y="42519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3"/>
                </a:solidFill>
              </a:rPr>
              <a:t>AI는 뼈대(초안)를 잡는 보조 도구, 학교 현장에 맞게 다듬어 공문서로 완성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</a:rPr>
              <a:t>WRAP-UP</a:t>
            </a:r>
            <a:endParaRPr lang="en-US" sz="1500" dirty="0"/>
          </a:p>
        </p:txBody>
      </p:sp>
      <p:sp>
        <p:nvSpPr>
          <p:cNvPr id="3" name="closing line 1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AI는 초안까지,</a:t>
            </a:r>
            <a:endParaRPr lang="en-US" sz="5000" dirty="0"/>
          </a:p>
        </p:txBody>
      </p:sp>
      <p:sp>
        <p:nvSpPr>
          <p:cNvPr id="4" name="closing line 2"/>
          <p:cNvSpPr txBox="1"/>
          <p:nvPr/>
        </p:nvSpPr>
        <p:spPr>
          <a:xfrm>
            <a:off x="914400" y="3611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5000" b="1" dirty="0">
                <a:solidFill>
                  <a:schemeClr val="accent3"/>
                </a:solidFill>
              </a:rPr>
              <a:t>완성은 영양교사의 손에서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Insight">
  <a:themeElements>
    <a:clrScheme name="Navy Insight">
      <a:dk1>
        <a:srgbClr val="0C1322"/>
      </a:dk1>
      <a:lt1>
        <a:srgbClr val="FFFFFF"/>
      </a:lt1>
      <a:dk2>
        <a:srgbClr val="172036"/>
      </a:dk2>
      <a:lt2>
        <a:srgbClr val="E2E8F0"/>
      </a:lt2>
      <a:accent1>
        <a:srgbClr val="2DD4BF"/>
      </a:accent1>
      <a:accent2>
        <a:srgbClr val="3B82F6"/>
      </a:accent2>
      <a:accent3>
        <a:srgbClr val="94A3B8"/>
      </a:accent3>
      <a:accent4>
        <a:srgbClr val="64748B"/>
      </a:accent4>
      <a:accent5>
        <a:srgbClr val="26314A"/>
      </a:accent5>
      <a:accent6>
        <a:srgbClr val="0F172A"/>
      </a:accent6>
      <a:hlink>
        <a:srgbClr val="2DD4BF"/>
      </a:hlink>
      <a:folHlink>
        <a:srgbClr val="2DD4BF"/>
      </a:folHlink>
    </a:clrScheme>
    <a:fontScheme name="Navy Insigh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영양교사 AI 공문서 작성 프롬프트</dc:title>
  <dc:subject>PptxGenJS Presentation</dc:subject>
  <dc:creator>PptxGenJS</dc:creator>
  <cp:lastModifiedBy>PptxGenJS</cp:lastModifiedBy>
  <cp:revision>1</cp:revision>
  <dcterms:created xsi:type="dcterms:W3CDTF">2026-10-27T15:37:10Z</dcterms:created>
  <dcterms:modified xsi:type="dcterms:W3CDTF">2026-10-27T15:37:10Z</dcterms:modified>
</cp:coreProperties>
</file>